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E42A8-E580-4E01-B072-16DFC22BF387}" v="553" dt="2026-07-16T01:11:33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as Gamboa Lorena" userId="87dfc277-0b75-4661-8f23-4150b48b3974" providerId="ADAL" clId="{9D18007D-F5F8-4217-8ABF-75D7EE7C56A7}"/>
    <pc:docChg chg="undo custSel addSld delSld modSld sldOrd">
      <pc:chgData name="Rodas Gamboa Lorena" userId="87dfc277-0b75-4661-8f23-4150b48b3974" providerId="ADAL" clId="{9D18007D-F5F8-4217-8ABF-75D7EE7C56A7}" dt="2026-07-16T01:11:33.816" v="892" actId="20577"/>
      <pc:docMkLst>
        <pc:docMk/>
      </pc:docMkLst>
      <pc:sldChg chg="modSp mod">
        <pc:chgData name="Rodas Gamboa Lorena" userId="87dfc277-0b75-4661-8f23-4150b48b3974" providerId="ADAL" clId="{9D18007D-F5F8-4217-8ABF-75D7EE7C56A7}" dt="2026-07-15T23:54:09.113" v="584" actId="20577"/>
        <pc:sldMkLst>
          <pc:docMk/>
          <pc:sldMk cId="0" sldId="257"/>
        </pc:sldMkLst>
        <pc:spChg chg="mod">
          <ac:chgData name="Rodas Gamboa Lorena" userId="87dfc277-0b75-4661-8f23-4150b48b3974" providerId="ADAL" clId="{9D18007D-F5F8-4217-8ABF-75D7EE7C56A7}" dt="2026-07-14T23:48:58.801" v="2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54:09.113" v="584" actId="20577"/>
          <ac:spMkLst>
            <pc:docMk/>
            <pc:sldMk cId="0" sldId="257"/>
            <ac:spMk id="14" creationId="{00000000-0000-0000-0000-000000000000}"/>
          </ac:spMkLst>
        </pc:spChg>
      </pc:sldChg>
      <pc:sldChg chg="ord">
        <pc:chgData name="Rodas Gamboa Lorena" userId="87dfc277-0b75-4661-8f23-4150b48b3974" providerId="ADAL" clId="{9D18007D-F5F8-4217-8ABF-75D7EE7C56A7}" dt="2026-07-16T01:10:45.618" v="882"/>
        <pc:sldMkLst>
          <pc:docMk/>
          <pc:sldMk cId="0" sldId="258"/>
        </pc:sldMkLst>
      </pc:sldChg>
      <pc:sldChg chg="addSp modSp mod">
        <pc:chgData name="Rodas Gamboa Lorena" userId="87dfc277-0b75-4661-8f23-4150b48b3974" providerId="ADAL" clId="{9D18007D-F5F8-4217-8ABF-75D7EE7C56A7}" dt="2026-07-16T00:58:10.678" v="749" actId="1076"/>
        <pc:sldMkLst>
          <pc:docMk/>
          <pc:sldMk cId="0" sldId="259"/>
        </pc:sldMkLst>
        <pc:spChg chg="mod">
          <ac:chgData name="Rodas Gamboa Lorena" userId="87dfc277-0b75-4661-8f23-4150b48b3974" providerId="ADAL" clId="{9D18007D-F5F8-4217-8ABF-75D7EE7C56A7}" dt="2026-07-14T23:50:36.169" v="47" actId="1035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6T00:57:08.062" v="742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6T00:58:00.491" v="747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6T00:58:00.491" v="747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6T00:58:00.491" v="747" actId="164"/>
          <ac:spMkLst>
            <pc:docMk/>
            <pc:sldMk cId="0" sldId="259"/>
            <ac:spMk id="20" creationId="{00000000-0000-0000-0000-000000000000}"/>
          </ac:spMkLst>
        </pc:spChg>
        <pc:grpChg chg="add mod">
          <ac:chgData name="Rodas Gamboa Lorena" userId="87dfc277-0b75-4661-8f23-4150b48b3974" providerId="ADAL" clId="{9D18007D-F5F8-4217-8ABF-75D7EE7C56A7}" dt="2026-07-16T00:58:10.678" v="749" actId="1076"/>
          <ac:grpSpMkLst>
            <pc:docMk/>
            <pc:sldMk cId="0" sldId="259"/>
            <ac:grpSpMk id="23" creationId="{3B67FDFE-4773-CAB6-C483-21193664A412}"/>
          </ac:grpSpMkLst>
        </pc:grpChg>
        <pc:picChg chg="mod">
          <ac:chgData name="Rodas Gamboa Lorena" userId="87dfc277-0b75-4661-8f23-4150b48b3974" providerId="ADAL" clId="{9D18007D-F5F8-4217-8ABF-75D7EE7C56A7}" dt="2026-07-16T00:58:00.491" v="747" actId="164"/>
          <ac:picMkLst>
            <pc:docMk/>
            <pc:sldMk cId="0" sldId="259"/>
            <ac:picMk id="18" creationId="{00000000-0000-0000-0000-000000000000}"/>
          </ac:picMkLst>
        </pc:picChg>
      </pc:sldChg>
      <pc:sldChg chg="modSp mod ord">
        <pc:chgData name="Rodas Gamboa Lorena" userId="87dfc277-0b75-4661-8f23-4150b48b3974" providerId="ADAL" clId="{9D18007D-F5F8-4217-8ABF-75D7EE7C56A7}" dt="2026-07-16T01:11:08.333" v="886" actId="20577"/>
        <pc:sldMkLst>
          <pc:docMk/>
          <pc:sldMk cId="0" sldId="260"/>
        </pc:sldMkLst>
        <pc:spChg chg="mod">
          <ac:chgData name="Rodas Gamboa Lorena" userId="87dfc277-0b75-4661-8f23-4150b48b3974" providerId="ADAL" clId="{9D18007D-F5F8-4217-8ABF-75D7EE7C56A7}" dt="2026-07-16T01:11:08.333" v="886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4T23:51:00.222" v="58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57:18.553" v="631" actId="1037"/>
          <ac:spMkLst>
            <pc:docMk/>
            <pc:sldMk cId="0" sldId="260"/>
            <ac:spMk id="31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57:18.553" v="631" actId="1037"/>
          <ac:spMkLst>
            <pc:docMk/>
            <pc:sldMk cId="0" sldId="260"/>
            <ac:spMk id="32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57:18.553" v="631" actId="1037"/>
          <ac:spMkLst>
            <pc:docMk/>
            <pc:sldMk cId="0" sldId="260"/>
            <ac:spMk id="33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57:18.553" v="631" actId="103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57:18.553" v="631" actId="1037"/>
          <ac:spMkLst>
            <pc:docMk/>
            <pc:sldMk cId="0" sldId="260"/>
            <ac:spMk id="35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57:18.553" v="631" actId="1037"/>
          <ac:spMkLst>
            <pc:docMk/>
            <pc:sldMk cId="0" sldId="260"/>
            <ac:spMk id="36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57:18.553" v="631" actId="1037"/>
          <ac:spMkLst>
            <pc:docMk/>
            <pc:sldMk cId="0" sldId="260"/>
            <ac:spMk id="37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57:18.553" v="631" actId="1037"/>
          <ac:spMkLst>
            <pc:docMk/>
            <pc:sldMk cId="0" sldId="260"/>
            <ac:spMk id="38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57:18.553" v="631" actId="1037"/>
          <ac:spMkLst>
            <pc:docMk/>
            <pc:sldMk cId="0" sldId="260"/>
            <ac:spMk id="39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57:18.553" v="631" actId="1037"/>
          <ac:spMkLst>
            <pc:docMk/>
            <pc:sldMk cId="0" sldId="260"/>
            <ac:spMk id="40" creationId="{00000000-0000-0000-0000-000000000000}"/>
          </ac:spMkLst>
        </pc:spChg>
      </pc:sldChg>
      <pc:sldChg chg="modSp del mod modShow">
        <pc:chgData name="Rodas Gamboa Lorena" userId="87dfc277-0b75-4661-8f23-4150b48b3974" providerId="ADAL" clId="{9D18007D-F5F8-4217-8ABF-75D7EE7C56A7}" dt="2026-07-16T01:10:22.771" v="875" actId="47"/>
        <pc:sldMkLst>
          <pc:docMk/>
          <pc:sldMk cId="0" sldId="261"/>
        </pc:sldMkLst>
        <pc:spChg chg="mod">
          <ac:chgData name="Rodas Gamboa Lorena" userId="87dfc277-0b75-4661-8f23-4150b48b3974" providerId="ADAL" clId="{9D18007D-F5F8-4217-8ABF-75D7EE7C56A7}" dt="2026-07-15T00:34:52.471" v="328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4T23:51:36.310" v="59" actId="10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4T23:52:02.925" v="65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16:17:07.430" v="337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16:17:43.628" v="360" actId="20577"/>
          <ac:spMkLst>
            <pc:docMk/>
            <pc:sldMk cId="0" sldId="261"/>
            <ac:spMk id="22" creationId="{00000000-0000-0000-0000-000000000000}"/>
          </ac:spMkLst>
        </pc:spChg>
      </pc:sldChg>
      <pc:sldChg chg="modSp del mod modShow">
        <pc:chgData name="Rodas Gamboa Lorena" userId="87dfc277-0b75-4661-8f23-4150b48b3974" providerId="ADAL" clId="{9D18007D-F5F8-4217-8ABF-75D7EE7C56A7}" dt="2026-07-16T01:10:20.819" v="874" actId="47"/>
        <pc:sldMkLst>
          <pc:docMk/>
          <pc:sldMk cId="0" sldId="262"/>
        </pc:sldMkLst>
        <pc:spChg chg="mod">
          <ac:chgData name="Rodas Gamboa Lorena" userId="87dfc277-0b75-4661-8f23-4150b48b3974" providerId="ADAL" clId="{9D18007D-F5F8-4217-8ABF-75D7EE7C56A7}" dt="2026-07-15T16:18:05.937" v="367" actId="6549"/>
          <ac:spMkLst>
            <pc:docMk/>
            <pc:sldMk cId="0" sldId="262"/>
            <ac:spMk id="22" creationId="{00000000-0000-0000-0000-000000000000}"/>
          </ac:spMkLst>
        </pc:spChg>
      </pc:sldChg>
      <pc:sldChg chg="delSp modSp del mod modShow">
        <pc:chgData name="Rodas Gamboa Lorena" userId="87dfc277-0b75-4661-8f23-4150b48b3974" providerId="ADAL" clId="{9D18007D-F5F8-4217-8ABF-75D7EE7C56A7}" dt="2026-07-16T01:10:19.861" v="873" actId="47"/>
        <pc:sldMkLst>
          <pc:docMk/>
          <pc:sldMk cId="0" sldId="263"/>
        </pc:sldMkLst>
        <pc:spChg chg="mod">
          <ac:chgData name="Rodas Gamboa Lorena" userId="87dfc277-0b75-4661-8f23-4150b48b3974" providerId="ADAL" clId="{9D18007D-F5F8-4217-8ABF-75D7EE7C56A7}" dt="2026-07-15T16:18:22.489" v="376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16:18:38.985" v="395" actId="790"/>
          <ac:spMkLst>
            <pc:docMk/>
            <pc:sldMk cId="0" sldId="263"/>
            <ac:spMk id="13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16:18:45.536" v="398" actId="2057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16:20:06.150" v="446" actId="20577"/>
          <ac:spMkLst>
            <pc:docMk/>
            <pc:sldMk cId="0" sldId="263"/>
            <ac:spMk id="19" creationId="{00000000-0000-0000-0000-000000000000}"/>
          </ac:spMkLst>
        </pc:spChg>
        <pc:spChg chg="del">
          <ac:chgData name="Rodas Gamboa Lorena" userId="87dfc277-0b75-4661-8f23-4150b48b3974" providerId="ADAL" clId="{9D18007D-F5F8-4217-8ABF-75D7EE7C56A7}" dt="2026-07-15T16:20:12.052" v="447" actId="478"/>
          <ac:spMkLst>
            <pc:docMk/>
            <pc:sldMk cId="0" sldId="263"/>
            <ac:spMk id="23" creationId="{00000000-0000-0000-0000-000000000000}"/>
          </ac:spMkLst>
        </pc:spChg>
        <pc:spChg chg="del">
          <ac:chgData name="Rodas Gamboa Lorena" userId="87dfc277-0b75-4661-8f23-4150b48b3974" providerId="ADAL" clId="{9D18007D-F5F8-4217-8ABF-75D7EE7C56A7}" dt="2026-07-15T16:19:13.046" v="400" actId="478"/>
          <ac:spMkLst>
            <pc:docMk/>
            <pc:sldMk cId="0" sldId="263"/>
            <ac:spMk id="24" creationId="{00000000-0000-0000-0000-000000000000}"/>
          </ac:spMkLst>
        </pc:spChg>
        <pc:spChg chg="del">
          <ac:chgData name="Rodas Gamboa Lorena" userId="87dfc277-0b75-4661-8f23-4150b48b3974" providerId="ADAL" clId="{9D18007D-F5F8-4217-8ABF-75D7EE7C56A7}" dt="2026-07-15T16:19:08.900" v="399" actId="478"/>
          <ac:spMkLst>
            <pc:docMk/>
            <pc:sldMk cId="0" sldId="263"/>
            <ac:spMk id="25" creationId="{00000000-0000-0000-0000-000000000000}"/>
          </ac:spMkLst>
        </pc:spChg>
      </pc:sldChg>
      <pc:sldChg chg="delSp modSp del mod modShow">
        <pc:chgData name="Rodas Gamboa Lorena" userId="87dfc277-0b75-4661-8f23-4150b48b3974" providerId="ADAL" clId="{9D18007D-F5F8-4217-8ABF-75D7EE7C56A7}" dt="2026-07-16T01:10:19.080" v="872" actId="47"/>
        <pc:sldMkLst>
          <pc:docMk/>
          <pc:sldMk cId="0" sldId="264"/>
        </pc:sldMkLst>
        <pc:spChg chg="mod">
          <ac:chgData name="Rodas Gamboa Lorena" userId="87dfc277-0b75-4661-8f23-4150b48b3974" providerId="ADAL" clId="{9D18007D-F5F8-4217-8ABF-75D7EE7C56A7}" dt="2026-07-15T16:20:55.177" v="470" actId="20577"/>
          <ac:spMkLst>
            <pc:docMk/>
            <pc:sldMk cId="0" sldId="264"/>
            <ac:spMk id="28" creationId="{00000000-0000-0000-0000-000000000000}"/>
          </ac:spMkLst>
        </pc:spChg>
        <pc:spChg chg="del">
          <ac:chgData name="Rodas Gamboa Lorena" userId="87dfc277-0b75-4661-8f23-4150b48b3974" providerId="ADAL" clId="{9D18007D-F5F8-4217-8ABF-75D7EE7C56A7}" dt="2026-07-15T16:20:40.301" v="449" actId="478"/>
          <ac:spMkLst>
            <pc:docMk/>
            <pc:sldMk cId="0" sldId="264"/>
            <ac:spMk id="29" creationId="{00000000-0000-0000-0000-000000000000}"/>
          </ac:spMkLst>
        </pc:spChg>
        <pc:spChg chg="del">
          <ac:chgData name="Rodas Gamboa Lorena" userId="87dfc277-0b75-4661-8f23-4150b48b3974" providerId="ADAL" clId="{9D18007D-F5F8-4217-8ABF-75D7EE7C56A7}" dt="2026-07-15T16:20:42.026" v="450" actId="478"/>
          <ac:spMkLst>
            <pc:docMk/>
            <pc:sldMk cId="0" sldId="264"/>
            <ac:spMk id="30" creationId="{00000000-0000-0000-0000-000000000000}"/>
          </ac:spMkLst>
        </pc:spChg>
        <pc:spChg chg="del">
          <ac:chgData name="Rodas Gamboa Lorena" userId="87dfc277-0b75-4661-8f23-4150b48b3974" providerId="ADAL" clId="{9D18007D-F5F8-4217-8ABF-75D7EE7C56A7}" dt="2026-07-15T16:20:37.950" v="448" actId="478"/>
          <ac:spMkLst>
            <pc:docMk/>
            <pc:sldMk cId="0" sldId="264"/>
            <ac:spMk id="31" creationId="{00000000-0000-0000-0000-000000000000}"/>
          </ac:spMkLst>
        </pc:spChg>
      </pc:sldChg>
      <pc:sldChg chg="modSp del mod modShow">
        <pc:chgData name="Rodas Gamboa Lorena" userId="87dfc277-0b75-4661-8f23-4150b48b3974" providerId="ADAL" clId="{9D18007D-F5F8-4217-8ABF-75D7EE7C56A7}" dt="2026-07-16T01:10:17.609" v="871" actId="47"/>
        <pc:sldMkLst>
          <pc:docMk/>
          <pc:sldMk cId="0" sldId="265"/>
        </pc:sldMkLst>
        <pc:spChg chg="mod">
          <ac:chgData name="Rodas Gamboa Lorena" userId="87dfc277-0b75-4661-8f23-4150b48b3974" providerId="ADAL" clId="{9D18007D-F5F8-4217-8ABF-75D7EE7C56A7}" dt="2026-07-15T16:21:22.641" v="480" actId="20577"/>
          <ac:spMkLst>
            <pc:docMk/>
            <pc:sldMk cId="0" sldId="265"/>
            <ac:spMk id="19" creationId="{00000000-0000-0000-0000-000000000000}"/>
          </ac:spMkLst>
        </pc:spChg>
      </pc:sldChg>
      <pc:sldChg chg="addSp delSp modSp new del mod">
        <pc:chgData name="Rodas Gamboa Lorena" userId="87dfc277-0b75-4661-8f23-4150b48b3974" providerId="ADAL" clId="{9D18007D-F5F8-4217-8ABF-75D7EE7C56A7}" dt="2026-07-15T23:08:28.796" v="537" actId="47"/>
        <pc:sldMkLst>
          <pc:docMk/>
          <pc:sldMk cId="2265012000" sldId="266"/>
        </pc:sldMkLst>
        <pc:spChg chg="add mod">
          <ac:chgData name="Rodas Gamboa Lorena" userId="87dfc277-0b75-4661-8f23-4150b48b3974" providerId="ADAL" clId="{9D18007D-F5F8-4217-8ABF-75D7EE7C56A7}" dt="2026-07-15T00:32:46.683" v="280" actId="1035"/>
          <ac:spMkLst>
            <pc:docMk/>
            <pc:sldMk cId="2265012000" sldId="266"/>
            <ac:spMk id="3" creationId="{84D5D16C-ABDB-D6DB-8B2C-C1E522993117}"/>
          </ac:spMkLst>
        </pc:spChg>
        <pc:spChg chg="add mod">
          <ac:chgData name="Rodas Gamboa Lorena" userId="87dfc277-0b75-4661-8f23-4150b48b3974" providerId="ADAL" clId="{9D18007D-F5F8-4217-8ABF-75D7EE7C56A7}" dt="2026-07-15T00:32:46.683" v="280" actId="1035"/>
          <ac:spMkLst>
            <pc:docMk/>
            <pc:sldMk cId="2265012000" sldId="266"/>
            <ac:spMk id="5" creationId="{83825A11-1C5B-F6D5-5672-B86AE6FD2C6D}"/>
          </ac:spMkLst>
        </pc:spChg>
        <pc:spChg chg="add mod ord">
          <ac:chgData name="Rodas Gamboa Lorena" userId="87dfc277-0b75-4661-8f23-4150b48b3974" providerId="ADAL" clId="{9D18007D-F5F8-4217-8ABF-75D7EE7C56A7}" dt="2026-07-15T00:32:51.542" v="286" actId="1035"/>
          <ac:spMkLst>
            <pc:docMk/>
            <pc:sldMk cId="2265012000" sldId="266"/>
            <ac:spMk id="7" creationId="{524C1FDF-40A9-030C-D323-093D0B85A1C1}"/>
          </ac:spMkLst>
        </pc:spChg>
        <pc:spChg chg="add del mod">
          <ac:chgData name="Rodas Gamboa Lorena" userId="87dfc277-0b75-4661-8f23-4150b48b3974" providerId="ADAL" clId="{9D18007D-F5F8-4217-8ABF-75D7EE7C56A7}" dt="2026-07-15T23:07:19.088" v="512" actId="21"/>
          <ac:spMkLst>
            <pc:docMk/>
            <pc:sldMk cId="2265012000" sldId="266"/>
            <ac:spMk id="8" creationId="{2485D748-C5FD-0B25-A109-16541B6CC50F}"/>
          </ac:spMkLst>
        </pc:spChg>
        <pc:spChg chg="add mod">
          <ac:chgData name="Rodas Gamboa Lorena" userId="87dfc277-0b75-4661-8f23-4150b48b3974" providerId="ADAL" clId="{9D18007D-F5F8-4217-8ABF-75D7EE7C56A7}" dt="2026-07-15T00:26:41.028" v="162" actId="790"/>
          <ac:spMkLst>
            <pc:docMk/>
            <pc:sldMk cId="2265012000" sldId="266"/>
            <ac:spMk id="9" creationId="{EC7EE463-38BC-AF3A-CD06-4E0C5BEF12E7}"/>
          </ac:spMkLst>
        </pc:spChg>
        <pc:spChg chg="add mod">
          <ac:chgData name="Rodas Gamboa Lorena" userId="87dfc277-0b75-4661-8f23-4150b48b3974" providerId="ADAL" clId="{9D18007D-F5F8-4217-8ABF-75D7EE7C56A7}" dt="2026-07-15T00:32:51.542" v="286" actId="1035"/>
          <ac:spMkLst>
            <pc:docMk/>
            <pc:sldMk cId="2265012000" sldId="266"/>
            <ac:spMk id="10" creationId="{518EE434-C76B-FA1D-A4F9-B376C8BDB720}"/>
          </ac:spMkLst>
        </pc:spChg>
        <pc:spChg chg="add del mod">
          <ac:chgData name="Rodas Gamboa Lorena" userId="87dfc277-0b75-4661-8f23-4150b48b3974" providerId="ADAL" clId="{9D18007D-F5F8-4217-8ABF-75D7EE7C56A7}" dt="2026-07-15T00:28:52.332" v="197" actId="478"/>
          <ac:spMkLst>
            <pc:docMk/>
            <pc:sldMk cId="2265012000" sldId="266"/>
            <ac:spMk id="12" creationId="{39F149DB-C5AC-8C0D-4049-BF996F3A357F}"/>
          </ac:spMkLst>
        </pc:spChg>
        <pc:spChg chg="add mod">
          <ac:chgData name="Rodas Gamboa Lorena" userId="87dfc277-0b75-4661-8f23-4150b48b3974" providerId="ADAL" clId="{9D18007D-F5F8-4217-8ABF-75D7EE7C56A7}" dt="2026-07-15T00:32:56.329" v="293" actId="1035"/>
          <ac:spMkLst>
            <pc:docMk/>
            <pc:sldMk cId="2265012000" sldId="266"/>
            <ac:spMk id="13" creationId="{5FC9A249-F55A-BCEA-04EF-FD02226E3F86}"/>
          </ac:spMkLst>
        </pc:spChg>
        <pc:spChg chg="add mod">
          <ac:chgData name="Rodas Gamboa Lorena" userId="87dfc277-0b75-4661-8f23-4150b48b3974" providerId="ADAL" clId="{9D18007D-F5F8-4217-8ABF-75D7EE7C56A7}" dt="2026-07-15T00:32:56.329" v="293" actId="1035"/>
          <ac:spMkLst>
            <pc:docMk/>
            <pc:sldMk cId="2265012000" sldId="266"/>
            <ac:spMk id="14" creationId="{F1513978-8BA5-B57C-7C68-4BBB65A16186}"/>
          </ac:spMkLst>
        </pc:spChg>
        <pc:spChg chg="add mod">
          <ac:chgData name="Rodas Gamboa Lorena" userId="87dfc277-0b75-4661-8f23-4150b48b3974" providerId="ADAL" clId="{9D18007D-F5F8-4217-8ABF-75D7EE7C56A7}" dt="2026-07-15T00:33:01.714" v="305" actId="1035"/>
          <ac:spMkLst>
            <pc:docMk/>
            <pc:sldMk cId="2265012000" sldId="266"/>
            <ac:spMk id="15" creationId="{F4AC8A15-02E7-0473-812B-D3CEB7A867A6}"/>
          </ac:spMkLst>
        </pc:spChg>
        <pc:spChg chg="add mod">
          <ac:chgData name="Rodas Gamboa Lorena" userId="87dfc277-0b75-4661-8f23-4150b48b3974" providerId="ADAL" clId="{9D18007D-F5F8-4217-8ABF-75D7EE7C56A7}" dt="2026-07-15T00:33:01.714" v="305" actId="1035"/>
          <ac:spMkLst>
            <pc:docMk/>
            <pc:sldMk cId="2265012000" sldId="266"/>
            <ac:spMk id="16" creationId="{0AD5B3E0-AC56-7786-E446-1B0E06F3CCF1}"/>
          </ac:spMkLst>
        </pc:spChg>
        <pc:spChg chg="add mod">
          <ac:chgData name="Rodas Gamboa Lorena" userId="87dfc277-0b75-4661-8f23-4150b48b3974" providerId="ADAL" clId="{9D18007D-F5F8-4217-8ABF-75D7EE7C56A7}" dt="2026-07-15T00:33:08.991" v="323" actId="1035"/>
          <ac:spMkLst>
            <pc:docMk/>
            <pc:sldMk cId="2265012000" sldId="266"/>
            <ac:spMk id="17" creationId="{59070189-2663-2D61-558E-DEF7328FC0E1}"/>
          </ac:spMkLst>
        </pc:spChg>
        <pc:spChg chg="add mod">
          <ac:chgData name="Rodas Gamboa Lorena" userId="87dfc277-0b75-4661-8f23-4150b48b3974" providerId="ADAL" clId="{9D18007D-F5F8-4217-8ABF-75D7EE7C56A7}" dt="2026-07-15T00:34:31.820" v="324"/>
          <ac:spMkLst>
            <pc:docMk/>
            <pc:sldMk cId="2265012000" sldId="266"/>
            <ac:spMk id="18" creationId="{C8604D4F-985B-F78A-F1CB-FFDBC45E6F30}"/>
          </ac:spMkLst>
        </pc:spChg>
        <pc:picChg chg="add del mod">
          <ac:chgData name="Rodas Gamboa Lorena" userId="87dfc277-0b75-4661-8f23-4150b48b3974" providerId="ADAL" clId="{9D18007D-F5F8-4217-8ABF-75D7EE7C56A7}" dt="2026-07-15T23:07:19.088" v="512" actId="21"/>
          <ac:picMkLst>
            <pc:docMk/>
            <pc:sldMk cId="2265012000" sldId="266"/>
            <ac:picMk id="1026" creationId="{B230AE6D-1984-F498-430E-957683D3BA6F}"/>
          </ac:picMkLst>
        </pc:picChg>
      </pc:sldChg>
      <pc:sldChg chg="add del setBg">
        <pc:chgData name="Rodas Gamboa Lorena" userId="87dfc277-0b75-4661-8f23-4150b48b3974" providerId="ADAL" clId="{9D18007D-F5F8-4217-8ABF-75D7EE7C56A7}" dt="2026-07-15T23:17:26.911" v="538" actId="47"/>
        <pc:sldMkLst>
          <pc:docMk/>
          <pc:sldMk cId="0" sldId="267"/>
        </pc:sldMkLst>
      </pc:sldChg>
      <pc:sldChg chg="add del setBg">
        <pc:chgData name="Rodas Gamboa Lorena" userId="87dfc277-0b75-4661-8f23-4150b48b3974" providerId="ADAL" clId="{9D18007D-F5F8-4217-8ABF-75D7EE7C56A7}" dt="2026-07-15T23:17:26.911" v="538" actId="47"/>
        <pc:sldMkLst>
          <pc:docMk/>
          <pc:sldMk cId="0" sldId="268"/>
        </pc:sldMkLst>
      </pc:sldChg>
      <pc:sldChg chg="addSp delSp modSp add mod ord setBg">
        <pc:chgData name="Rodas Gamboa Lorena" userId="87dfc277-0b75-4661-8f23-4150b48b3974" providerId="ADAL" clId="{9D18007D-F5F8-4217-8ABF-75D7EE7C56A7}" dt="2026-07-16T01:11:33.816" v="892" actId="20577"/>
        <pc:sldMkLst>
          <pc:docMk/>
          <pc:sldMk cId="0" sldId="269"/>
        </pc:sldMkLst>
        <pc:spChg chg="mod">
          <ac:chgData name="Rodas Gamboa Lorena" userId="87dfc277-0b75-4661-8f23-4150b48b3974" providerId="ADAL" clId="{9D18007D-F5F8-4217-8ABF-75D7EE7C56A7}" dt="2026-07-16T01:11:33.816" v="892" actId="20577"/>
          <ac:spMkLst>
            <pc:docMk/>
            <pc:sldMk cId="0" sldId="269"/>
            <ac:spMk id="2" creationId="{00000000-0000-0000-0000-000000000000}"/>
          </ac:spMkLst>
        </pc:spChg>
        <pc:spChg chg="del">
          <ac:chgData name="Rodas Gamboa Lorena" userId="87dfc277-0b75-4661-8f23-4150b48b3974" providerId="ADAL" clId="{9D18007D-F5F8-4217-8ABF-75D7EE7C56A7}" dt="2026-07-15T23:23:35.797" v="541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Rodas Gamboa Lorena" userId="87dfc277-0b75-4661-8f23-4150b48b3974" providerId="ADAL" clId="{9D18007D-F5F8-4217-8ABF-75D7EE7C56A7}" dt="2026-07-15T23:04:59.606" v="490" actId="478"/>
          <ac:spMkLst>
            <pc:docMk/>
            <pc:sldMk cId="0" sldId="269"/>
            <ac:spMk id="4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07:01.128" v="508" actId="2057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55:41.450" v="610" actId="2057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Rodas Gamboa Lorena" userId="87dfc277-0b75-4661-8f23-4150b48b3974" providerId="ADAL" clId="{9D18007D-F5F8-4217-8ABF-75D7EE7C56A7}" dt="2026-07-15T23:04:35.078" v="486" actId="20577"/>
          <ac:spMkLst>
            <pc:docMk/>
            <pc:sldMk cId="0" sldId="269"/>
            <ac:spMk id="16" creationId="{00000000-0000-0000-0000-000000000000}"/>
          </ac:spMkLst>
        </pc:spChg>
        <pc:spChg chg="add del">
          <ac:chgData name="Rodas Gamboa Lorena" userId="87dfc277-0b75-4661-8f23-4150b48b3974" providerId="ADAL" clId="{9D18007D-F5F8-4217-8ABF-75D7EE7C56A7}" dt="2026-07-15T23:07:17.306" v="511" actId="22"/>
          <ac:spMkLst>
            <pc:docMk/>
            <pc:sldMk cId="0" sldId="269"/>
            <ac:spMk id="34" creationId="{CA3E0C99-7D1A-8124-6AD2-BF03CC15988F}"/>
          </ac:spMkLst>
        </pc:spChg>
        <pc:spChg chg="add mod">
          <ac:chgData name="Rodas Gamboa Lorena" userId="87dfc277-0b75-4661-8f23-4150b48b3974" providerId="ADAL" clId="{9D18007D-F5F8-4217-8ABF-75D7EE7C56A7}" dt="2026-07-15T23:24:16.080" v="554" actId="164"/>
          <ac:spMkLst>
            <pc:docMk/>
            <pc:sldMk cId="0" sldId="269"/>
            <ac:spMk id="38" creationId="{5E117056-4F34-2DB9-5801-725878D28EAC}"/>
          </ac:spMkLst>
        </pc:spChg>
        <pc:spChg chg="add mod">
          <ac:chgData name="Rodas Gamboa Lorena" userId="87dfc277-0b75-4661-8f23-4150b48b3974" providerId="ADAL" clId="{9D18007D-F5F8-4217-8ABF-75D7EE7C56A7}" dt="2026-07-15T23:24:16.080" v="554" actId="164"/>
          <ac:spMkLst>
            <pc:docMk/>
            <pc:sldMk cId="0" sldId="269"/>
            <ac:spMk id="40" creationId="{7057F395-1CDB-BABD-26C5-30E01E4D4931}"/>
          </ac:spMkLst>
        </pc:spChg>
        <pc:grpChg chg="add mod">
          <ac:chgData name="Rodas Gamboa Lorena" userId="87dfc277-0b75-4661-8f23-4150b48b3974" providerId="ADAL" clId="{9D18007D-F5F8-4217-8ABF-75D7EE7C56A7}" dt="2026-07-15T23:24:21.599" v="555" actId="1076"/>
          <ac:grpSpMkLst>
            <pc:docMk/>
            <pc:sldMk cId="0" sldId="269"/>
            <ac:grpSpMk id="41" creationId="{3D7CFC6E-0AC9-E9C0-7E01-AE33AB69917D}"/>
          </ac:grpSpMkLst>
        </pc:grpChg>
        <pc:picChg chg="add del">
          <ac:chgData name="Rodas Gamboa Lorena" userId="87dfc277-0b75-4661-8f23-4150b48b3974" providerId="ADAL" clId="{9D18007D-F5F8-4217-8ABF-75D7EE7C56A7}" dt="2026-07-15T23:07:17.306" v="511" actId="22"/>
          <ac:picMkLst>
            <pc:docMk/>
            <pc:sldMk cId="0" sldId="269"/>
            <ac:picMk id="32" creationId="{998CDA12-4416-9394-7AF7-C17EA8931DA1}"/>
          </ac:picMkLst>
        </pc:picChg>
        <pc:picChg chg="add mod">
          <ac:chgData name="Rodas Gamboa Lorena" userId="87dfc277-0b75-4661-8f23-4150b48b3974" providerId="ADAL" clId="{9D18007D-F5F8-4217-8ABF-75D7EE7C56A7}" dt="2026-07-15T23:24:26.830" v="556" actId="1076"/>
          <ac:picMkLst>
            <pc:docMk/>
            <pc:sldMk cId="0" sldId="269"/>
            <ac:picMk id="36" creationId="{7D500445-626D-B01B-F3F7-23180DFED7B0}"/>
          </ac:picMkLst>
        </pc:picChg>
      </pc:sldChg>
      <pc:sldChg chg="add del ord setBg">
        <pc:chgData name="Rodas Gamboa Lorena" userId="87dfc277-0b75-4661-8f23-4150b48b3974" providerId="ADAL" clId="{9D18007D-F5F8-4217-8ABF-75D7EE7C56A7}" dt="2026-07-15T23:17:26.911" v="538" actId="47"/>
        <pc:sldMkLst>
          <pc:docMk/>
          <pc:sldMk cId="0" sldId="270"/>
        </pc:sldMkLst>
      </pc:sldChg>
      <pc:sldChg chg="addSp delSp modSp new del mod ord">
        <pc:chgData name="Rodas Gamboa Lorena" userId="87dfc277-0b75-4661-8f23-4150b48b3974" providerId="ADAL" clId="{9D18007D-F5F8-4217-8ABF-75D7EE7C56A7}" dt="2026-07-16T01:10:28.053" v="876" actId="47"/>
        <pc:sldMkLst>
          <pc:docMk/>
          <pc:sldMk cId="3795607463" sldId="270"/>
        </pc:sldMkLst>
        <pc:spChg chg="add mod">
          <ac:chgData name="Rodas Gamboa Lorena" userId="87dfc277-0b75-4661-8f23-4150b48b3974" providerId="ADAL" clId="{9D18007D-F5F8-4217-8ABF-75D7EE7C56A7}" dt="2026-07-16T00:55:04.094" v="655" actId="1076"/>
          <ac:spMkLst>
            <pc:docMk/>
            <pc:sldMk cId="3795607463" sldId="270"/>
            <ac:spMk id="5" creationId="{EED76D48-A076-3B98-6222-CFD33687533A}"/>
          </ac:spMkLst>
        </pc:spChg>
        <pc:spChg chg="add mod">
          <ac:chgData name="Rodas Gamboa Lorena" userId="87dfc277-0b75-4661-8f23-4150b48b3974" providerId="ADAL" clId="{9D18007D-F5F8-4217-8ABF-75D7EE7C56A7}" dt="2026-07-16T00:55:04.094" v="655" actId="1076"/>
          <ac:spMkLst>
            <pc:docMk/>
            <pc:sldMk cId="3795607463" sldId="270"/>
            <ac:spMk id="7" creationId="{76966E6F-1293-779B-FBE6-97F5A1A649CB}"/>
          </ac:spMkLst>
        </pc:spChg>
        <pc:spChg chg="add mod">
          <ac:chgData name="Rodas Gamboa Lorena" userId="87dfc277-0b75-4661-8f23-4150b48b3974" providerId="ADAL" clId="{9D18007D-F5F8-4217-8ABF-75D7EE7C56A7}" dt="2026-07-16T00:55:37.212" v="658" actId="1076"/>
          <ac:spMkLst>
            <pc:docMk/>
            <pc:sldMk cId="3795607463" sldId="270"/>
            <ac:spMk id="9" creationId="{536DF1A9-A0E3-AF07-0DA9-2A2D8B6700D4}"/>
          </ac:spMkLst>
        </pc:spChg>
        <pc:spChg chg="add mod">
          <ac:chgData name="Rodas Gamboa Lorena" userId="87dfc277-0b75-4661-8f23-4150b48b3974" providerId="ADAL" clId="{9D18007D-F5F8-4217-8ABF-75D7EE7C56A7}" dt="2026-07-16T00:56:11.359" v="669" actId="1035"/>
          <ac:spMkLst>
            <pc:docMk/>
            <pc:sldMk cId="3795607463" sldId="270"/>
            <ac:spMk id="11" creationId="{D95EC69C-0693-357C-6FDE-16A6C0FEEB5C}"/>
          </ac:spMkLst>
        </pc:spChg>
        <pc:spChg chg="add mod ord topLvl">
          <ac:chgData name="Rodas Gamboa Lorena" userId="87dfc277-0b75-4661-8f23-4150b48b3974" providerId="ADAL" clId="{9D18007D-F5F8-4217-8ABF-75D7EE7C56A7}" dt="2026-07-16T01:08:29.364" v="869" actId="164"/>
          <ac:spMkLst>
            <pc:docMk/>
            <pc:sldMk cId="3795607463" sldId="270"/>
            <ac:spMk id="13" creationId="{A5EB8EB7-E2C0-6641-854A-79016496F9B0}"/>
          </ac:spMkLst>
        </pc:spChg>
        <pc:spChg chg="add mod topLvl">
          <ac:chgData name="Rodas Gamboa Lorena" userId="87dfc277-0b75-4661-8f23-4150b48b3974" providerId="ADAL" clId="{9D18007D-F5F8-4217-8ABF-75D7EE7C56A7}" dt="2026-07-16T01:08:29.364" v="869" actId="164"/>
          <ac:spMkLst>
            <pc:docMk/>
            <pc:sldMk cId="3795607463" sldId="270"/>
            <ac:spMk id="17" creationId="{64D72B2A-8FEC-2D8B-F539-18D81EDFF94E}"/>
          </ac:spMkLst>
        </pc:spChg>
        <pc:spChg chg="add ord">
          <ac:chgData name="Rodas Gamboa Lorena" userId="87dfc277-0b75-4661-8f23-4150b48b3974" providerId="ADAL" clId="{9D18007D-F5F8-4217-8ABF-75D7EE7C56A7}" dt="2026-07-16T00:54:46.616" v="652" actId="167"/>
          <ac:spMkLst>
            <pc:docMk/>
            <pc:sldMk cId="3795607463" sldId="270"/>
            <ac:spMk id="19" creationId="{44DF50AB-490A-0BD7-F57D-6EDA1FF7BA79}"/>
          </ac:spMkLst>
        </pc:spChg>
        <pc:spChg chg="add mod">
          <ac:chgData name="Rodas Gamboa Lorena" userId="87dfc277-0b75-4661-8f23-4150b48b3974" providerId="ADAL" clId="{9D18007D-F5F8-4217-8ABF-75D7EE7C56A7}" dt="2026-07-16T01:01:48.814" v="853" actId="1037"/>
          <ac:spMkLst>
            <pc:docMk/>
            <pc:sldMk cId="3795607463" sldId="270"/>
            <ac:spMk id="22" creationId="{B880A277-AEF7-61CA-820A-992D7714689C}"/>
          </ac:spMkLst>
        </pc:spChg>
        <pc:spChg chg="add mod topLvl">
          <ac:chgData name="Rodas Gamboa Lorena" userId="87dfc277-0b75-4661-8f23-4150b48b3974" providerId="ADAL" clId="{9D18007D-F5F8-4217-8ABF-75D7EE7C56A7}" dt="2026-07-16T01:02:23.995" v="855" actId="207"/>
          <ac:spMkLst>
            <pc:docMk/>
            <pc:sldMk cId="3795607463" sldId="270"/>
            <ac:spMk id="23" creationId="{4D159C57-F8AE-E8FA-0120-4A4DCA58827D}"/>
          </ac:spMkLst>
        </pc:spChg>
        <pc:spChg chg="add mod topLvl">
          <ac:chgData name="Rodas Gamboa Lorena" userId="87dfc277-0b75-4661-8f23-4150b48b3974" providerId="ADAL" clId="{9D18007D-F5F8-4217-8ABF-75D7EE7C56A7}" dt="2026-07-16T01:02:13.047" v="854" actId="165"/>
          <ac:spMkLst>
            <pc:docMk/>
            <pc:sldMk cId="3795607463" sldId="270"/>
            <ac:spMk id="25" creationId="{AA5D910A-3D91-1B88-D177-EE6EB6A0D7BA}"/>
          </ac:spMkLst>
        </pc:spChg>
        <pc:spChg chg="add mod topLvl">
          <ac:chgData name="Rodas Gamboa Lorena" userId="87dfc277-0b75-4661-8f23-4150b48b3974" providerId="ADAL" clId="{9D18007D-F5F8-4217-8ABF-75D7EE7C56A7}" dt="2026-07-16T01:02:13.047" v="854" actId="165"/>
          <ac:spMkLst>
            <pc:docMk/>
            <pc:sldMk cId="3795607463" sldId="270"/>
            <ac:spMk id="26" creationId="{4DCACA92-B866-8B0E-E197-ED71A9C4ABDE}"/>
          </ac:spMkLst>
        </pc:spChg>
        <pc:spChg chg="mod">
          <ac:chgData name="Rodas Gamboa Lorena" userId="87dfc277-0b75-4661-8f23-4150b48b3974" providerId="ADAL" clId="{9D18007D-F5F8-4217-8ABF-75D7EE7C56A7}" dt="2026-07-16T01:02:13.047" v="854" actId="165"/>
          <ac:spMkLst>
            <pc:docMk/>
            <pc:sldMk cId="3795607463" sldId="270"/>
            <ac:spMk id="28" creationId="{B94EECC6-9389-2F91-527D-7BB51884EB23}"/>
          </ac:spMkLst>
        </pc:spChg>
        <pc:spChg chg="mod">
          <ac:chgData name="Rodas Gamboa Lorena" userId="87dfc277-0b75-4661-8f23-4150b48b3974" providerId="ADAL" clId="{9D18007D-F5F8-4217-8ABF-75D7EE7C56A7}" dt="2026-07-16T01:02:13.047" v="854" actId="165"/>
          <ac:spMkLst>
            <pc:docMk/>
            <pc:sldMk cId="3795607463" sldId="270"/>
            <ac:spMk id="30" creationId="{48D233B0-4DE6-E574-BF9C-7E8DD927A486}"/>
          </ac:spMkLst>
        </pc:spChg>
        <pc:spChg chg="mod">
          <ac:chgData name="Rodas Gamboa Lorena" userId="87dfc277-0b75-4661-8f23-4150b48b3974" providerId="ADAL" clId="{9D18007D-F5F8-4217-8ABF-75D7EE7C56A7}" dt="2026-07-16T01:02:13.047" v="854" actId="165"/>
          <ac:spMkLst>
            <pc:docMk/>
            <pc:sldMk cId="3795607463" sldId="270"/>
            <ac:spMk id="31" creationId="{722F9AAE-81DE-6DCE-0F62-23E4FF251FFD}"/>
          </ac:spMkLst>
        </pc:spChg>
        <pc:spChg chg="add mod">
          <ac:chgData name="Rodas Gamboa Lorena" userId="87dfc277-0b75-4661-8f23-4150b48b3974" providerId="ADAL" clId="{9D18007D-F5F8-4217-8ABF-75D7EE7C56A7}" dt="2026-07-16T00:59:34.231" v="799" actId="1076"/>
          <ac:spMkLst>
            <pc:docMk/>
            <pc:sldMk cId="3795607463" sldId="270"/>
            <ac:spMk id="33" creationId="{4C10785A-66B4-BAE0-9983-961CA38F3C30}"/>
          </ac:spMkLst>
        </pc:spChg>
        <pc:spChg chg="add mod">
          <ac:chgData name="Rodas Gamboa Lorena" userId="87dfc277-0b75-4661-8f23-4150b48b3974" providerId="ADAL" clId="{9D18007D-F5F8-4217-8ABF-75D7EE7C56A7}" dt="2026-07-16T01:01:41.928" v="851" actId="20577"/>
          <ac:spMkLst>
            <pc:docMk/>
            <pc:sldMk cId="3795607463" sldId="270"/>
            <ac:spMk id="36" creationId="{A023A1B2-F97B-0657-22B9-70E47F25FCFA}"/>
          </ac:spMkLst>
        </pc:spChg>
        <pc:spChg chg="add mod">
          <ac:chgData name="Rodas Gamboa Lorena" userId="87dfc277-0b75-4661-8f23-4150b48b3974" providerId="ADAL" clId="{9D18007D-F5F8-4217-8ABF-75D7EE7C56A7}" dt="2026-07-16T01:01:34.831" v="849" actId="1076"/>
          <ac:spMkLst>
            <pc:docMk/>
            <pc:sldMk cId="3795607463" sldId="270"/>
            <ac:spMk id="38" creationId="{69316430-C388-B152-6C46-86B543367537}"/>
          </ac:spMkLst>
        </pc:spChg>
        <pc:spChg chg="add mod">
          <ac:chgData name="Rodas Gamboa Lorena" userId="87dfc277-0b75-4661-8f23-4150b48b3974" providerId="ADAL" clId="{9D18007D-F5F8-4217-8ABF-75D7EE7C56A7}" dt="2026-07-16T01:03:21.949" v="857" actId="1076"/>
          <ac:spMkLst>
            <pc:docMk/>
            <pc:sldMk cId="3795607463" sldId="270"/>
            <ac:spMk id="40" creationId="{C9A12D2C-9AFE-51DB-7E76-142E3DCCE964}"/>
          </ac:spMkLst>
        </pc:spChg>
        <pc:spChg chg="add mod">
          <ac:chgData name="Rodas Gamboa Lorena" userId="87dfc277-0b75-4661-8f23-4150b48b3974" providerId="ADAL" clId="{9D18007D-F5F8-4217-8ABF-75D7EE7C56A7}" dt="2026-07-16T01:03:30.434" v="858" actId="1076"/>
          <ac:spMkLst>
            <pc:docMk/>
            <pc:sldMk cId="3795607463" sldId="270"/>
            <ac:spMk id="42" creationId="{8C9EAE9A-E422-E63B-C6BE-7D418E561E61}"/>
          </ac:spMkLst>
        </pc:spChg>
        <pc:spChg chg="add mod">
          <ac:chgData name="Rodas Gamboa Lorena" userId="87dfc277-0b75-4661-8f23-4150b48b3974" providerId="ADAL" clId="{9D18007D-F5F8-4217-8ABF-75D7EE7C56A7}" dt="2026-07-16T01:03:46.253" v="859" actId="1076"/>
          <ac:spMkLst>
            <pc:docMk/>
            <pc:sldMk cId="3795607463" sldId="270"/>
            <ac:spMk id="44" creationId="{406A9C3B-3B25-DBF1-96D0-7F08FC9AF387}"/>
          </ac:spMkLst>
        </pc:spChg>
        <pc:spChg chg="add mod">
          <ac:chgData name="Rodas Gamboa Lorena" userId="87dfc277-0b75-4661-8f23-4150b48b3974" providerId="ADAL" clId="{9D18007D-F5F8-4217-8ABF-75D7EE7C56A7}" dt="2026-07-16T01:03:51.584" v="860" actId="1076"/>
          <ac:spMkLst>
            <pc:docMk/>
            <pc:sldMk cId="3795607463" sldId="270"/>
            <ac:spMk id="46" creationId="{ED3989E9-C130-D27E-2938-C13E127FB8D8}"/>
          </ac:spMkLst>
        </pc:spChg>
        <pc:grpChg chg="add del mod">
          <ac:chgData name="Rodas Gamboa Lorena" userId="87dfc277-0b75-4661-8f23-4150b48b3974" providerId="ADAL" clId="{9D18007D-F5F8-4217-8ABF-75D7EE7C56A7}" dt="2026-07-16T01:07:57.722" v="867" actId="165"/>
          <ac:grpSpMkLst>
            <pc:docMk/>
            <pc:sldMk cId="3795607463" sldId="270"/>
            <ac:grpSpMk id="20" creationId="{4AA1E55A-F5A1-B756-C636-F9D36605BDD7}"/>
          </ac:grpSpMkLst>
        </pc:grpChg>
        <pc:grpChg chg="add mod topLvl">
          <ac:chgData name="Rodas Gamboa Lorena" userId="87dfc277-0b75-4661-8f23-4150b48b3974" providerId="ADAL" clId="{9D18007D-F5F8-4217-8ABF-75D7EE7C56A7}" dt="2026-07-16T01:02:13.047" v="854" actId="165"/>
          <ac:grpSpMkLst>
            <pc:docMk/>
            <pc:sldMk cId="3795607463" sldId="270"/>
            <ac:grpSpMk id="27" creationId="{B566974E-EF90-E3C6-BB5D-8E68535298E2}"/>
          </ac:grpSpMkLst>
        </pc:grpChg>
        <pc:grpChg chg="add del mod">
          <ac:chgData name="Rodas Gamboa Lorena" userId="87dfc277-0b75-4661-8f23-4150b48b3974" providerId="ADAL" clId="{9D18007D-F5F8-4217-8ABF-75D7EE7C56A7}" dt="2026-07-16T01:02:13.047" v="854" actId="165"/>
          <ac:grpSpMkLst>
            <pc:docMk/>
            <pc:sldMk cId="3795607463" sldId="270"/>
            <ac:grpSpMk id="34" creationId="{BE5FFF54-CA83-BF47-05E9-92F56BAC1B03}"/>
          </ac:grpSpMkLst>
        </pc:grpChg>
        <pc:grpChg chg="add mod">
          <ac:chgData name="Rodas Gamboa Lorena" userId="87dfc277-0b75-4661-8f23-4150b48b3974" providerId="ADAL" clId="{9D18007D-F5F8-4217-8ABF-75D7EE7C56A7}" dt="2026-07-16T01:08:39.179" v="870" actId="14100"/>
          <ac:grpSpMkLst>
            <pc:docMk/>
            <pc:sldMk cId="3795607463" sldId="270"/>
            <ac:grpSpMk id="47" creationId="{70DCAA54-6844-27B9-2016-63A304C64CC3}"/>
          </ac:grpSpMkLst>
        </pc:grpChg>
        <pc:picChg chg="add mod">
          <ac:chgData name="Rodas Gamboa Lorena" userId="87dfc277-0b75-4661-8f23-4150b48b3974" providerId="ADAL" clId="{9D18007D-F5F8-4217-8ABF-75D7EE7C56A7}" dt="2026-07-16T00:53:17.886" v="639" actId="1076"/>
          <ac:picMkLst>
            <pc:docMk/>
            <pc:sldMk cId="3795607463" sldId="270"/>
            <ac:picMk id="3" creationId="{8D7241E4-DFB4-CF60-C657-1706D7E1F7F4}"/>
          </ac:picMkLst>
        </pc:picChg>
        <pc:picChg chg="add mod topLvl">
          <ac:chgData name="Rodas Gamboa Lorena" userId="87dfc277-0b75-4661-8f23-4150b48b3974" providerId="ADAL" clId="{9D18007D-F5F8-4217-8ABF-75D7EE7C56A7}" dt="2026-07-16T01:08:29.364" v="869" actId="164"/>
          <ac:picMkLst>
            <pc:docMk/>
            <pc:sldMk cId="3795607463" sldId="270"/>
            <ac:picMk id="15" creationId="{B4140884-D530-E31B-8C7D-E4709B97FBBE}"/>
          </ac:picMkLst>
        </pc:picChg>
        <pc:picChg chg="add mod topLvl">
          <ac:chgData name="Rodas Gamboa Lorena" userId="87dfc277-0b75-4661-8f23-4150b48b3974" providerId="ADAL" clId="{9D18007D-F5F8-4217-8ABF-75D7EE7C56A7}" dt="2026-07-16T01:02:13.047" v="854" actId="165"/>
          <ac:picMkLst>
            <pc:docMk/>
            <pc:sldMk cId="3795607463" sldId="270"/>
            <ac:picMk id="24" creationId="{B97CAD54-7F2D-FCFF-461A-28382BC671D6}"/>
          </ac:picMkLst>
        </pc:picChg>
        <pc:picChg chg="mod">
          <ac:chgData name="Rodas Gamboa Lorena" userId="87dfc277-0b75-4661-8f23-4150b48b3974" providerId="ADAL" clId="{9D18007D-F5F8-4217-8ABF-75D7EE7C56A7}" dt="2026-07-16T01:02:13.047" v="854" actId="165"/>
          <ac:picMkLst>
            <pc:docMk/>
            <pc:sldMk cId="3795607463" sldId="270"/>
            <ac:picMk id="29" creationId="{40330DAC-A405-1305-1B98-1F24B6AE4CB2}"/>
          </ac:picMkLst>
        </pc:picChg>
      </pc:sldChg>
      <pc:sldChg chg="add del setBg">
        <pc:chgData name="Rodas Gamboa Lorena" userId="87dfc277-0b75-4661-8f23-4150b48b3974" providerId="ADAL" clId="{9D18007D-F5F8-4217-8ABF-75D7EE7C56A7}" dt="2026-07-15T23:17:30.609" v="539" actId="47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681B9-BF39-0B42-89FB-1350FB1ECFB0}" type="datetimeFigureOut">
              <a:rPr lang="es-US" smtClean="0"/>
              <a:t>7/15/2026</a:t>
            </a:fld>
            <a:endParaRPr lang="es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47376F-B7A8-1146-BB3A-B3A066279D25}" type="slidenum">
              <a:rPr lang="es-US" smtClean="0"/>
              <a:t>‹#›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578182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6E000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AC1424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icons/ch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4754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INICIATIVA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Soriana</a:t>
            </a:r>
            <a:endParaRPr lang="en-US" sz="6000"/>
          </a:p>
        </p:txBody>
      </p:sp>
      <p:sp>
        <p:nvSpPr>
          <p:cNvPr id="7" name="Text 4"/>
          <p:cNvSpPr/>
          <p:nvPr/>
        </p:nvSpPr>
        <p:spPr>
          <a:xfrm>
            <a:off x="566928" y="35204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Inteligente para Consulta Operativa de Tiendas</a:t>
            </a:r>
            <a:endParaRPr lang="en-US" sz="2000"/>
          </a:p>
        </p:txBody>
      </p:sp>
      <p:sp>
        <p:nvSpPr>
          <p:cNvPr id="8" name="Shape 5"/>
          <p:cNvSpPr/>
          <p:nvPr/>
        </p:nvSpPr>
        <p:spPr>
          <a:xfrm>
            <a:off x="594360" y="4343400"/>
            <a:ext cx="2926080" cy="0"/>
          </a:xfrm>
          <a:prstGeom prst="line">
            <a:avLst/>
          </a:prstGeom>
          <a:noFill/>
          <a:ln w="12700">
            <a:solidFill>
              <a:srgbClr val="E8B4B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“Consulta el estado de tus procesos sin entrar a SAP.”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82160" cy="11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9900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01 · PROBLEMA ACTUAL</a:t>
            </a:r>
            <a:endParaRPr 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38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Hoy </a:t>
            </a:r>
            <a:r>
              <a:rPr lang="en-US" sz="26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consultar</a:t>
            </a:r>
            <a:r>
              <a:rPr lang="en-US" sz="26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datos</a:t>
            </a:r>
            <a:r>
              <a:rPr lang="en-US" sz="26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26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SAP, </a:t>
            </a:r>
            <a:r>
              <a:rPr lang="en-US" sz="26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representa</a:t>
            </a:r>
            <a:r>
              <a:rPr lang="en-US" sz="26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una</a:t>
            </a:r>
            <a:r>
              <a:rPr lang="en-US" sz="26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oportunidad</a:t>
            </a:r>
            <a:r>
              <a:rPr lang="en-US" sz="26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26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mejora</a:t>
            </a:r>
            <a:r>
              <a:rPr lang="en-US" sz="26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600">
              <a:latin typeface="Century Gothic" panose="020B0502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Actualmente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nuestras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tiendas se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constantemente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almacenada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SAP.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impiden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generan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operativos</a:t>
            </a:r>
            <a:r>
              <a:rPr lang="en-US" sz="12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641358"/>
              </p:ext>
            </p:extLst>
          </p:nvPr>
        </p:nvGraphicFramePr>
        <p:xfrm>
          <a:off x="457200" y="2286000"/>
          <a:ext cx="6766560" cy="29260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 actual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rotación de personal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Capacitación constante en SAP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Desconocimiento en el uso de las transacciones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tiempo para consultar información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 de áreas de soporte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Incremento de llamadas y correos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Información distribuida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Dificultad para conocer el estatus completo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 Normandía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Necesidad de sustituir el acceso a SAP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41732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icons/warning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62763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75320" y="15727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necesidad ya existe hoy</a:t>
            </a:r>
            <a:endParaRPr lang="en-US" sz="1300"/>
          </a:p>
        </p:txBody>
      </p:sp>
      <p:sp>
        <p:nvSpPr>
          <p:cNvPr id="9" name="Text 5"/>
          <p:cNvSpPr/>
          <p:nvPr/>
        </p:nvSpPr>
        <p:spPr>
          <a:xfrm>
            <a:off x="7772400" y="1965960"/>
            <a:ext cx="3703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migración del Proyecto Normandía incrementará la demanda de una herramienta de consulta sencilla e intuitiva.</a:t>
            </a:r>
            <a:endParaRPr lang="en-US" sz="1100"/>
          </a:p>
        </p:txBody>
      </p:sp>
      <p:sp>
        <p:nvSpPr>
          <p:cNvPr id="10" name="Shape 6"/>
          <p:cNvSpPr/>
          <p:nvPr/>
        </p:nvSpPr>
        <p:spPr>
          <a:xfrm>
            <a:off x="7543800" y="329184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7"/>
          <p:cNvSpPr/>
          <p:nvPr/>
        </p:nvSpPr>
        <p:spPr>
          <a:xfrm>
            <a:off x="7818120" y="3456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“Los usuarios de tienda necesitan respuestas, no acceso a SAP.”</a:t>
            </a:r>
            <a:endParaRPr lang="en-US" sz="1450"/>
          </a:p>
        </p:txBody>
      </p:sp>
      <p:sp>
        <p:nvSpPr>
          <p:cNvPr id="12" name="Shape 8"/>
          <p:cNvSpPr/>
          <p:nvPr/>
        </p:nvSpPr>
        <p:spPr>
          <a:xfrm>
            <a:off x="7543800" y="489204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8DC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1" descr="icons/headse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510235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02752" y="50292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</a:t>
            </a:r>
            <a:r>
              <a:rPr lang="en-US" sz="115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15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115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15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</a:t>
            </a:r>
            <a:r>
              <a:rPr lang="en-US" sz="115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resolverlo</a:t>
            </a:r>
            <a:r>
              <a:rPr lang="en-US" sz="115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solo, </a:t>
            </a:r>
            <a:r>
              <a:rPr lang="en-US" sz="115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</a:t>
            </a:r>
            <a:r>
              <a:rPr lang="en-US" sz="115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Oficinas</a:t>
            </a:r>
            <a:r>
              <a:rPr lang="en-US" sz="115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</a:t>
            </a:r>
            <a:r>
              <a:rPr lang="en-US" sz="115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Tienda</a:t>
            </a:r>
            <a:endParaRPr lang="en-US" sz="1150"/>
          </a:p>
        </p:txBody>
      </p:sp>
      <p:sp>
        <p:nvSpPr>
          <p:cNvPr id="15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tiendas Soriana  dependen hoy de consultas manuales a SAP</a:t>
            </a:r>
            <a:endParaRPr lang="en-US" sz="1000"/>
          </a:p>
        </p:txBody>
      </p:sp>
      <p:sp>
        <p:nvSpPr>
          <p:cNvPr id="16" name="Text 11"/>
          <p:cNvSpPr/>
          <p:nvPr/>
        </p:nvSpPr>
        <p:spPr>
          <a:xfrm>
            <a:off x="7159752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Soriana — Iniciativa de Proyecto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200">
                <a:solidFill>
                  <a:srgbClr val="9900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02 · OBJETIVO</a:t>
            </a:r>
          </a:p>
        </p:txBody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F3DED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icons/target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63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457200" y="352044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</a:t>
            </a:r>
            <a:r>
              <a:rPr lang="en-US" sz="3000" b="1" err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</a:t>
            </a:r>
            <a:r>
              <a:rPr lang="en-US" sz="3000" b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</a:t>
            </a:r>
            <a:r>
              <a:rPr lang="en-US" sz="3000" b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consulta </a:t>
            </a:r>
            <a:r>
              <a:rPr lang="en-US" sz="3000" b="1" err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asistida</a:t>
            </a:r>
            <a:r>
              <a:rPr lang="en-US" sz="3000" b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</a:t>
            </a:r>
            <a:r>
              <a:rPr lang="en-US" sz="3000" b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IA </a:t>
            </a:r>
            <a:r>
              <a:rPr lang="en-US" sz="3000" b="1" err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</a:t>
            </a:r>
            <a:r>
              <a:rPr lang="en-US" sz="3000" b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permita</a:t>
            </a:r>
            <a:r>
              <a:rPr lang="en-US" sz="3000" b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</a:t>
            </a:r>
            <a:r>
              <a:rPr lang="en-US" sz="3000" b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</a:t>
            </a:r>
            <a:r>
              <a:rPr lang="en-US" sz="3000" b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SAP </a:t>
            </a:r>
            <a:r>
              <a:rPr lang="en-US" sz="3000" b="1" err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mediante</a:t>
            </a:r>
            <a:r>
              <a:rPr lang="en-US" sz="3000" b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err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</a:t>
            </a:r>
            <a:r>
              <a:rPr lang="en-US" sz="3000" b="1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natural.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Soriana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7159752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Soriana — Iniciativa de Proyecto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8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200">
                <a:solidFill>
                  <a:srgbClr val="9900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03 · VISIÓN DE LA SOLUCIÓN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64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Una </a:t>
            </a:r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herramienta</a:t>
            </a:r>
            <a:r>
              <a:rPr lang="en-US" sz="25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que</a:t>
            </a:r>
            <a:r>
              <a:rPr lang="en-US" sz="25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interprete</a:t>
            </a:r>
            <a:r>
              <a:rPr lang="en-US" sz="25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información</a:t>
            </a:r>
            <a:r>
              <a:rPr lang="en-US" sz="25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sobre</a:t>
            </a:r>
            <a:r>
              <a:rPr lang="en-US" sz="25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SAP, no </a:t>
            </a:r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una</a:t>
            </a:r>
            <a:r>
              <a:rPr lang="en-US" sz="25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fuente</a:t>
            </a:r>
            <a:r>
              <a:rPr lang="en-US" sz="25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nueva</a:t>
            </a:r>
            <a:r>
              <a:rPr lang="en-US" sz="25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 de la </a:t>
            </a:r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  <a:cs typeface="Cambria" pitchFamily="34" charset="-120"/>
              </a:rPr>
              <a:t>verdad</a:t>
            </a:r>
            <a:endParaRPr lang="en-US" sz="2500">
              <a:latin typeface="Century Gothic" panose="020B0502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02920" cy="502920"/>
          </a:xfrm>
          <a:prstGeom prst="ellipse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mage 0" descr="icons/chat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4767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828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 de negocio en lenguaje natural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502920" cy="502920"/>
          </a:xfrm>
          <a:prstGeom prst="ellipse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8" name="Image 1" descr="icons/database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72491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6060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también consultas estructuradas</a:t>
            </a:r>
            <a:endParaRPr lang="en-US" sz="1400"/>
          </a:p>
        </p:txBody>
      </p:sp>
      <p:sp>
        <p:nvSpPr>
          <p:cNvPr id="10" name="Shape 6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FCF6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2" descr="icons/shield_cher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502152"/>
            <a:ext cx="265176" cy="2651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33832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información clara, trazable y con permisos controlados</a:t>
            </a:r>
            <a:endParaRPr lang="en-US" sz="1400"/>
          </a:p>
        </p:txBody>
      </p:sp>
      <p:sp>
        <p:nvSpPr>
          <p:cNvPr id="13" name="Shape 8"/>
          <p:cNvSpPr/>
          <p:nvPr/>
        </p:nvSpPr>
        <p:spPr>
          <a:xfrm>
            <a:off x="6903720" y="1691640"/>
            <a:ext cx="4846320" cy="1965960"/>
          </a:xfrm>
          <a:prstGeom prst="roundRect">
            <a:avLst>
              <a:gd name="adj" fmla="val 4651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3" descr="icon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192024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0" y="19476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 la IA</a:t>
            </a:r>
            <a:endParaRPr lang="en-US" sz="1400"/>
          </a:p>
        </p:txBody>
      </p:sp>
      <p:sp>
        <p:nvSpPr>
          <p:cNvPr id="16" name="Text 10"/>
          <p:cNvSpPr/>
          <p:nvPr/>
        </p:nvSpPr>
        <p:spPr>
          <a:xfrm>
            <a:off x="7452360" y="211074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</a:t>
            </a:r>
            <a:r>
              <a:rPr lang="en-US" sz="1250" err="1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</a:t>
            </a:r>
            <a:r>
              <a:rPr lang="en-US" sz="125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25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r>
              <a:rPr lang="en-US" sz="125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err="1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r>
              <a:rPr lang="en-US" sz="125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50" err="1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r>
              <a:rPr lang="en-US" sz="125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</a:t>
            </a:r>
            <a:r>
              <a:rPr lang="en-US" sz="1250" err="1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25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5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r>
              <a:rPr lang="en-US" sz="125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autónoma</a:t>
            </a:r>
            <a:r>
              <a:rPr lang="en-US" sz="125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err="1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</a:t>
            </a:r>
            <a:r>
              <a:rPr lang="en-US" sz="1250">
                <a:solidFill>
                  <a:srgbClr val="E8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3B67FDFE-4773-CAB6-C483-21193664A412}"/>
              </a:ext>
            </a:extLst>
          </p:cNvPr>
          <p:cNvGrpSpPr/>
          <p:nvPr/>
        </p:nvGrpSpPr>
        <p:grpSpPr>
          <a:xfrm>
            <a:off x="7221583" y="2935224"/>
            <a:ext cx="4828032" cy="1078992"/>
            <a:chOff x="6903720" y="3840480"/>
            <a:chExt cx="4846320" cy="1417320"/>
          </a:xfrm>
        </p:grpSpPr>
        <p:sp>
          <p:nvSpPr>
            <p:cNvPr id="17" name="Shape 11"/>
            <p:cNvSpPr/>
            <p:nvPr/>
          </p:nvSpPr>
          <p:spPr>
            <a:xfrm>
              <a:off x="6903720" y="3840480"/>
              <a:ext cx="4846320" cy="1417320"/>
            </a:xfrm>
            <a:prstGeom prst="roundRect">
              <a:avLst>
                <a:gd name="adj" fmla="val 6452"/>
              </a:avLst>
            </a:prstGeom>
            <a:solidFill>
              <a:srgbClr val="FCF6F5"/>
            </a:solidFill>
            <a:ln w="12700">
              <a:solidFill>
                <a:srgbClr val="E8DCDA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pic>
          <p:nvPicPr>
            <p:cNvPr id="18" name="Image 4" descr="icons/database_cherry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78040" y="4069080"/>
              <a:ext cx="384048" cy="384048"/>
            </a:xfrm>
            <a:prstGeom prst="rect">
              <a:avLst/>
            </a:prstGeom>
          </p:spPr>
        </p:pic>
        <p:sp>
          <p:nvSpPr>
            <p:cNvPr id="19" name="Text 12"/>
            <p:cNvSpPr/>
            <p:nvPr/>
          </p:nvSpPr>
          <p:spPr>
            <a:xfrm>
              <a:off x="7726680" y="4005072"/>
              <a:ext cx="3886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 </a:t>
              </a:r>
              <a:r>
                <a:rPr lang="en-US" sz="1300" b="1" err="1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fuente</a:t>
              </a:r>
              <a:r>
                <a:rPr lang="en-US" sz="1300" b="1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300" b="1" err="1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oficial</a:t>
              </a:r>
              <a:r>
                <a:rPr lang="en-US" sz="1300" b="1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300" b="1" err="1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sigue</a:t>
              </a:r>
              <a:r>
                <a:rPr lang="en-US" sz="1300" b="1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300" b="1" err="1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siendo</a:t>
              </a:r>
              <a:r>
                <a:rPr lang="en-US" sz="1300" b="1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SAP</a:t>
              </a:r>
              <a:endParaRPr lang="en-US" sz="1300"/>
            </a:p>
          </p:txBody>
        </p:sp>
        <p:sp>
          <p:nvSpPr>
            <p:cNvPr id="20" name="Text 13"/>
            <p:cNvSpPr/>
            <p:nvPr/>
          </p:nvSpPr>
          <p:spPr>
            <a:xfrm>
              <a:off x="7178040" y="4434840"/>
              <a:ext cx="434340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100">
                  <a:solidFill>
                    <a:srgbClr val="2A2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Todo dato mostrado en Chat Soriana proviene directamente de SAP ECC, sin duplicar ni sustituir la información.</a:t>
              </a:r>
              <a:endParaRPr lang="en-US" sz="1100"/>
            </a:p>
          </p:txBody>
        </p:sp>
      </p:grpSp>
      <p:sp>
        <p:nvSpPr>
          <p:cNvPr id="21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Soriana</a:t>
            </a:r>
            <a:endParaRPr lang="en-US" sz="1000"/>
          </a:p>
        </p:txBody>
      </p:sp>
      <p:sp>
        <p:nvSpPr>
          <p:cNvPr id="22" name="Text 15"/>
          <p:cNvSpPr/>
          <p:nvPr/>
        </p:nvSpPr>
        <p:spPr>
          <a:xfrm>
            <a:off x="7159752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Soriana — Iniciativa de Proyecto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168396" cy="2606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200">
                <a:solidFill>
                  <a:srgbClr val="9900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04 · FLUJO DE LA SOLUCIÓN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</a:rPr>
              <a:t>Usuario</a:t>
            </a:r>
            <a:r>
              <a:rPr lang="en-US" sz="25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</a:rPr>
              <a:t>: De la </a:t>
            </a:r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</a:rPr>
              <a:t>pregunta</a:t>
            </a:r>
            <a:r>
              <a:rPr lang="en-US" sz="25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</a:rPr>
              <a:t> a una </a:t>
            </a:r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</a:rPr>
              <a:t>respuesta</a:t>
            </a:r>
            <a:r>
              <a:rPr lang="en-US" sz="2500" b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</a:rPr>
              <a:t> </a:t>
            </a:r>
            <a:r>
              <a:rPr lang="en-US" sz="2500" b="1" err="1">
                <a:solidFill>
                  <a:srgbClr val="2A2A2A"/>
                </a:solidFill>
                <a:latin typeface="Century Gothic" panose="020B0502020202020204" pitchFamily="34" charset="0"/>
                <a:ea typeface="Cambria" pitchFamily="34" charset="-122"/>
              </a:rPr>
              <a:t>trazable</a:t>
            </a:r>
            <a:endParaRPr lang="en-US" sz="2500" b="1">
              <a:solidFill>
                <a:srgbClr val="2A2A2A"/>
              </a:solidFill>
              <a:latin typeface="Century Gothic" panose="020B0502020202020204" pitchFamily="34" charset="0"/>
              <a:ea typeface="Cambria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7830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8DC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" name="Image 0" descr="icons/users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" y="1911096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3317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50"/>
          </a:p>
        </p:txBody>
      </p:sp>
      <p:sp>
        <p:nvSpPr>
          <p:cNvPr id="7" name="Shape 4"/>
          <p:cNvSpPr/>
          <p:nvPr/>
        </p:nvSpPr>
        <p:spPr>
          <a:xfrm>
            <a:off x="2240280" y="2308860"/>
            <a:ext cx="256032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2496312" y="1783080"/>
            <a:ext cx="1783080" cy="1051560"/>
          </a:xfrm>
          <a:prstGeom prst="roundRect">
            <a:avLst>
              <a:gd name="adj" fmla="val 7826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1" descr="icons/cha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684" y="1911096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42032" y="23317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Soriana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/ Teams)</a:t>
            </a:r>
            <a:endParaRPr lang="en-US" sz="1050"/>
          </a:p>
        </p:txBody>
      </p:sp>
      <p:sp>
        <p:nvSpPr>
          <p:cNvPr id="11" name="Shape 7"/>
          <p:cNvSpPr/>
          <p:nvPr/>
        </p:nvSpPr>
        <p:spPr>
          <a:xfrm>
            <a:off x="4279392" y="2308860"/>
            <a:ext cx="256032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4535424" y="1783080"/>
            <a:ext cx="17830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8DC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2" descr="icons/robot_cher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796" y="1911096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81144" y="23317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IA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1050"/>
          </a:p>
        </p:txBody>
      </p:sp>
      <p:sp>
        <p:nvSpPr>
          <p:cNvPr id="15" name="Shape 10"/>
          <p:cNvSpPr/>
          <p:nvPr/>
        </p:nvSpPr>
        <p:spPr>
          <a:xfrm>
            <a:off x="6318504" y="2308860"/>
            <a:ext cx="256032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1"/>
          <p:cNvSpPr/>
          <p:nvPr/>
        </p:nvSpPr>
        <p:spPr>
          <a:xfrm>
            <a:off x="6574536" y="1783080"/>
            <a:ext cx="17830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8DC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7" name="Image 3" descr="icons/sync_cher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4908" y="1911096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20256" y="233172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050"/>
          </a:p>
        </p:txBody>
      </p:sp>
      <p:sp>
        <p:nvSpPr>
          <p:cNvPr id="19" name="Shape 13"/>
          <p:cNvSpPr/>
          <p:nvPr/>
        </p:nvSpPr>
        <p:spPr>
          <a:xfrm>
            <a:off x="8525257" y="2801982"/>
            <a:ext cx="0" cy="41148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4"/>
          <p:cNvSpPr/>
          <p:nvPr/>
        </p:nvSpPr>
        <p:spPr>
          <a:xfrm>
            <a:off x="4572000" y="3246120"/>
            <a:ext cx="17830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8DC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4" descr="icons/database_cher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2372" y="3374136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17720" y="37947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(retorna datos)</a:t>
            </a:r>
            <a:endParaRPr lang="en-US" sz="1050"/>
          </a:p>
        </p:txBody>
      </p:sp>
      <p:sp>
        <p:nvSpPr>
          <p:cNvPr id="23" name="Shape 16"/>
          <p:cNvSpPr/>
          <p:nvPr/>
        </p:nvSpPr>
        <p:spPr>
          <a:xfrm>
            <a:off x="2532888" y="3246120"/>
            <a:ext cx="17830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8DC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Image 5" descr="icons/robot_cher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260" y="3374136"/>
            <a:ext cx="402336" cy="40233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578608" y="37947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</a:t>
            </a:r>
            <a:endParaRPr lang="en-US" sz="1050"/>
          </a:p>
        </p:txBody>
      </p:sp>
      <p:sp>
        <p:nvSpPr>
          <p:cNvPr id="26" name="Shape 18"/>
          <p:cNvSpPr/>
          <p:nvPr/>
        </p:nvSpPr>
        <p:spPr>
          <a:xfrm>
            <a:off x="493776" y="3246120"/>
            <a:ext cx="1783080" cy="1051560"/>
          </a:xfrm>
          <a:prstGeom prst="roundRect">
            <a:avLst>
              <a:gd name="adj" fmla="val 7826"/>
            </a:avLst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7" name="Image 6" descr="icons/cha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148" y="3374136"/>
            <a:ext cx="402336" cy="40233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9496" y="37947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amigable</a:t>
            </a:r>
            <a:endParaRPr lang="en-US" sz="1050"/>
          </a:p>
        </p:txBody>
      </p:sp>
      <p:sp>
        <p:nvSpPr>
          <p:cNvPr id="29" name="Shape 20"/>
          <p:cNvSpPr/>
          <p:nvPr/>
        </p:nvSpPr>
        <p:spPr>
          <a:xfrm flipH="1">
            <a:off x="4315968" y="3771900"/>
            <a:ext cx="256032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1"/>
          <p:cNvSpPr/>
          <p:nvPr/>
        </p:nvSpPr>
        <p:spPr>
          <a:xfrm flipH="1">
            <a:off x="2276856" y="3771900"/>
            <a:ext cx="256032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2"/>
          <p:cNvSpPr/>
          <p:nvPr/>
        </p:nvSpPr>
        <p:spPr>
          <a:xfrm>
            <a:off x="8488681" y="1750422"/>
            <a:ext cx="3566160" cy="4343400"/>
          </a:xfrm>
          <a:prstGeom prst="roundRect">
            <a:avLst>
              <a:gd name="adj" fmla="val 2564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23"/>
          <p:cNvSpPr/>
          <p:nvPr/>
        </p:nvSpPr>
        <p:spPr>
          <a:xfrm>
            <a:off x="8763001" y="193330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s-MX" sz="1400" noProof="0"/>
          </a:p>
        </p:txBody>
      </p:sp>
      <p:sp>
        <p:nvSpPr>
          <p:cNvPr id="33" name="Shape 24"/>
          <p:cNvSpPr/>
          <p:nvPr/>
        </p:nvSpPr>
        <p:spPr>
          <a:xfrm>
            <a:off x="8773161" y="2602846"/>
            <a:ext cx="109728" cy="109728"/>
          </a:xfrm>
          <a:prstGeom prst="ellipse">
            <a:avLst/>
          </a:prstGeom>
          <a:solidFill>
            <a:srgbClr val="F3B8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25"/>
          <p:cNvSpPr/>
          <p:nvPr/>
        </p:nvSpPr>
        <p:spPr>
          <a:xfrm>
            <a:off x="8991601" y="236307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NO consulta </a:t>
            </a:r>
            <a:r>
              <a:rPr lang="en-US" sz="1150" err="1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directamente</a:t>
            </a:r>
            <a:r>
              <a:rPr lang="en-US" sz="115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150" err="1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115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SAP.</a:t>
            </a:r>
            <a:endParaRPr lang="en-US" sz="1150"/>
          </a:p>
        </p:txBody>
      </p:sp>
      <p:sp>
        <p:nvSpPr>
          <p:cNvPr id="35" name="Shape 26"/>
          <p:cNvSpPr/>
          <p:nvPr/>
        </p:nvSpPr>
        <p:spPr>
          <a:xfrm>
            <a:off x="8773161" y="3580238"/>
            <a:ext cx="109728" cy="109728"/>
          </a:xfrm>
          <a:prstGeom prst="ellipse">
            <a:avLst/>
          </a:prstGeom>
          <a:solidFill>
            <a:srgbClr val="F3B8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6" name="Text 27"/>
          <p:cNvSpPr/>
          <p:nvPr/>
        </p:nvSpPr>
        <p:spPr>
          <a:xfrm>
            <a:off x="8991601" y="3259182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interpreta la pregunta del usuario.</a:t>
            </a:r>
            <a:endParaRPr lang="en-US" sz="1150"/>
          </a:p>
        </p:txBody>
      </p:sp>
      <p:sp>
        <p:nvSpPr>
          <p:cNvPr id="37" name="Shape 28"/>
          <p:cNvSpPr/>
          <p:nvPr/>
        </p:nvSpPr>
        <p:spPr>
          <a:xfrm>
            <a:off x="8773161" y="4476350"/>
            <a:ext cx="109728" cy="109728"/>
          </a:xfrm>
          <a:prstGeom prst="ellipse">
            <a:avLst/>
          </a:prstGeom>
          <a:solidFill>
            <a:srgbClr val="F3B8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29"/>
          <p:cNvSpPr/>
          <p:nvPr/>
        </p:nvSpPr>
        <p:spPr>
          <a:xfrm>
            <a:off x="8991601" y="4155294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APIs realizan las consultas contra SAP.</a:t>
            </a:r>
            <a:endParaRPr lang="en-US" sz="1150"/>
          </a:p>
        </p:txBody>
      </p:sp>
      <p:sp>
        <p:nvSpPr>
          <p:cNvPr id="39" name="Shape 30"/>
          <p:cNvSpPr/>
          <p:nvPr/>
        </p:nvSpPr>
        <p:spPr>
          <a:xfrm>
            <a:off x="8773161" y="5250542"/>
            <a:ext cx="109728" cy="109728"/>
          </a:xfrm>
          <a:prstGeom prst="ellipse">
            <a:avLst/>
          </a:prstGeom>
          <a:solidFill>
            <a:srgbClr val="F3B8C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Text 31"/>
          <p:cNvSpPr/>
          <p:nvPr/>
        </p:nvSpPr>
        <p:spPr>
          <a:xfrm>
            <a:off x="8991601" y="5051406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únicamente presenta la respuesta en lenguaje natural.</a:t>
            </a:r>
            <a:endParaRPr lang="en-US" sz="1150"/>
          </a:p>
        </p:txBody>
      </p:sp>
      <p:sp>
        <p:nvSpPr>
          <p:cNvPr id="41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Soriana</a:t>
            </a:r>
            <a:endParaRPr lang="en-US" sz="1000"/>
          </a:p>
        </p:txBody>
      </p:sp>
      <p:sp>
        <p:nvSpPr>
          <p:cNvPr id="42" name="Text 33"/>
          <p:cNvSpPr/>
          <p:nvPr/>
        </p:nvSpPr>
        <p:spPr>
          <a:xfrm>
            <a:off x="7159752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Soriana — Iniciativa de Proyecto</a:t>
            </a:r>
            <a:endParaRPr lang="en-US" sz="1000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918F39F5-AE9B-0D34-63BD-FEF94D3F0AF5}"/>
              </a:ext>
            </a:extLst>
          </p:cNvPr>
          <p:cNvSpPr/>
          <p:nvPr/>
        </p:nvSpPr>
        <p:spPr>
          <a:xfrm flipH="1">
            <a:off x="6830568" y="3771900"/>
            <a:ext cx="686816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F9E98029-70C1-DEC8-4A2D-815A89FD1778}"/>
              </a:ext>
            </a:extLst>
          </p:cNvPr>
          <p:cNvSpPr/>
          <p:nvPr/>
        </p:nvSpPr>
        <p:spPr>
          <a:xfrm flipH="1">
            <a:off x="7517384" y="3081528"/>
            <a:ext cx="0" cy="641349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200">
                <a:solidFill>
                  <a:srgbClr val="9900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05 · BENEFICIOS ESPERADOS 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CF6F5"/>
          </a:solidFill>
          <a:ln w="12700">
            <a:solidFill>
              <a:srgbClr val="E8DC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/>
          </a:p>
        </p:txBody>
      </p:sp>
      <p:pic>
        <p:nvPicPr>
          <p:cNvPr id="8" name="Image 0" descr="icons/sync_cher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2199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</a:t>
            </a:r>
            <a:r>
              <a:rPr lang="en-US" sz="1450" b="1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</a:t>
            </a:r>
            <a:r>
              <a:rPr lang="en-US" sz="14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</a:t>
            </a:r>
            <a:r>
              <a:rPr lang="en-US" sz="1450" b="1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b="1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endParaRPr lang="en-US" sz="1450"/>
          </a:p>
        </p:txBody>
      </p:sp>
      <p:sp>
        <p:nvSpPr>
          <p:cNvPr id="10" name="Text 7"/>
          <p:cNvSpPr/>
          <p:nvPr/>
        </p:nvSpPr>
        <p:spPr>
          <a:xfrm>
            <a:off x="731520" y="33375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0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estatus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r>
              <a:rPr lang="en-US" sz="10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navegar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SAP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>
          <a:xfrm>
            <a:off x="5897880" y="19659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CF6F5"/>
          </a:solidFill>
          <a:ln w="12700">
            <a:solidFill>
              <a:srgbClr val="E8DC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6172200" y="224028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61722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/>
          </a:p>
        </p:txBody>
      </p:sp>
      <p:pic>
        <p:nvPicPr>
          <p:cNvPr id="14" name="Image 1" descr="icons/headse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222199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72200" y="2926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carga a </a:t>
            </a:r>
            <a:r>
              <a:rPr lang="en-US" sz="1450" b="1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Oficinas</a:t>
            </a:r>
            <a:r>
              <a:rPr lang="en-US" sz="14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50" b="1" err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</a:t>
            </a:r>
            <a:r>
              <a:rPr lang="en-US" sz="14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Tienda</a:t>
            </a:r>
            <a:endParaRPr lang="en-US" sz="1450"/>
          </a:p>
        </p:txBody>
      </p:sp>
      <p:sp>
        <p:nvSpPr>
          <p:cNvPr id="16" name="Text 12"/>
          <p:cNvSpPr/>
          <p:nvPr/>
        </p:nvSpPr>
        <p:spPr>
          <a:xfrm>
            <a:off x="6172200" y="33375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llamadas y correos por consultas repetitivas de </a:t>
            </a:r>
            <a:r>
              <a:rPr lang="en-US" sz="105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estatus</a:t>
            </a:r>
            <a:endParaRPr lang="en-US" sz="1050"/>
          </a:p>
        </p:txBody>
      </p:sp>
      <p:sp>
        <p:nvSpPr>
          <p:cNvPr id="17" name="Shape 13"/>
          <p:cNvSpPr/>
          <p:nvPr/>
        </p:nvSpPr>
        <p:spPr>
          <a:xfrm>
            <a:off x="457200" y="42519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CF6F5"/>
          </a:solidFill>
          <a:ln w="12700">
            <a:solidFill>
              <a:srgbClr val="E8DC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731520" y="452628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73152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/>
          </a:p>
        </p:txBody>
      </p:sp>
      <p:pic>
        <p:nvPicPr>
          <p:cNvPr id="20" name="Image 2" descr="icons/users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507992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1520" y="5212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curva de aprendizaje</a:t>
            </a:r>
            <a:endParaRPr lang="en-US" sz="1450"/>
          </a:p>
        </p:txBody>
      </p:sp>
      <p:sp>
        <p:nvSpPr>
          <p:cNvPr id="22" name="Text 17"/>
          <p:cNvSpPr/>
          <p:nvPr/>
        </p:nvSpPr>
        <p:spPr>
          <a:xfrm>
            <a:off x="731520" y="56235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nuevo consulta sin capacitación extensa en transacciones SAP.</a:t>
            </a:r>
            <a:endParaRPr lang="en-US" sz="1050"/>
          </a:p>
        </p:txBody>
      </p:sp>
      <p:sp>
        <p:nvSpPr>
          <p:cNvPr id="23" name="Shape 18"/>
          <p:cNvSpPr/>
          <p:nvPr/>
        </p:nvSpPr>
        <p:spPr>
          <a:xfrm>
            <a:off x="5897880" y="42519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CF6F5"/>
          </a:solidFill>
          <a:ln w="12700">
            <a:solidFill>
              <a:srgbClr val="E8DC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6172200" y="452628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0"/>
          <p:cNvSpPr/>
          <p:nvPr/>
        </p:nvSpPr>
        <p:spPr>
          <a:xfrm>
            <a:off x="617220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/>
          </a:p>
        </p:txBody>
      </p:sp>
      <p:pic>
        <p:nvPicPr>
          <p:cNvPr id="26" name="Image 3" descr="icons/shield_cher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4507992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72200" y="52120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ante Proyecto Normandía</a:t>
            </a:r>
            <a:endParaRPr lang="en-US" sz="1450"/>
          </a:p>
        </p:txBody>
      </p:sp>
      <p:sp>
        <p:nvSpPr>
          <p:cNvPr id="28" name="Text 22"/>
          <p:cNvSpPr/>
          <p:nvPr/>
        </p:nvSpPr>
        <p:spPr>
          <a:xfrm>
            <a:off x="6172200" y="56235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 el acceso directo a SAP sin perder trazabilidad ni control de permisos.</a:t>
            </a:r>
            <a:endParaRPr lang="en-US" sz="1050"/>
          </a:p>
        </p:txBody>
      </p:sp>
      <p:sp>
        <p:nvSpPr>
          <p:cNvPr id="29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Soriana</a:t>
            </a:r>
            <a:endParaRPr lang="en-US" sz="1000"/>
          </a:p>
        </p:txBody>
      </p:sp>
      <p:sp>
        <p:nvSpPr>
          <p:cNvPr id="30" name="Text 24"/>
          <p:cNvSpPr/>
          <p:nvPr/>
        </p:nvSpPr>
        <p:spPr>
          <a:xfrm>
            <a:off x="7159752" y="6519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Soriana — Iniciativa de Proyecto</a:t>
            </a:r>
            <a:endParaRPr lang="en-US" sz="1000"/>
          </a:p>
        </p:txBody>
      </p:sp>
      <p:pic>
        <p:nvPicPr>
          <p:cNvPr id="36" name="Picture 2" descr="beneficios ">
            <a:extLst>
              <a:ext uri="{FF2B5EF4-FFF2-40B4-BE49-F238E27FC236}">
                <a16:creationId xmlns:a16="http://schemas.microsoft.com/office/drawing/2014/main" id="{7D500445-626D-B01B-F3F7-23180DFED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185" y="640080"/>
            <a:ext cx="899567" cy="899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" name="Grupo 40">
            <a:extLst>
              <a:ext uri="{FF2B5EF4-FFF2-40B4-BE49-F238E27FC236}">
                <a16:creationId xmlns:a16="http://schemas.microsoft.com/office/drawing/2014/main" id="{3D7CFC6E-0AC9-E9C0-7E01-AE33AB69917D}"/>
              </a:ext>
            </a:extLst>
          </p:cNvPr>
          <p:cNvGrpSpPr/>
          <p:nvPr/>
        </p:nvGrpSpPr>
        <p:grpSpPr>
          <a:xfrm>
            <a:off x="7415566" y="731520"/>
            <a:ext cx="4060372" cy="735838"/>
            <a:chOff x="7415566" y="1017651"/>
            <a:chExt cx="4060372" cy="735838"/>
          </a:xfrm>
        </p:grpSpPr>
        <p:sp>
          <p:nvSpPr>
            <p:cNvPr id="38" name="Shape 6">
              <a:extLst>
                <a:ext uri="{FF2B5EF4-FFF2-40B4-BE49-F238E27FC236}">
                  <a16:creationId xmlns:a16="http://schemas.microsoft.com/office/drawing/2014/main" id="{5E117056-4F34-2DB9-5801-725878D28EAC}"/>
                </a:ext>
              </a:extLst>
            </p:cNvPr>
            <p:cNvSpPr/>
            <p:nvPr/>
          </p:nvSpPr>
          <p:spPr>
            <a:xfrm>
              <a:off x="7415566" y="1017651"/>
              <a:ext cx="4060372" cy="735838"/>
            </a:xfrm>
            <a:prstGeom prst="roundRect">
              <a:avLst>
                <a:gd name="adj" fmla="val 5161"/>
              </a:avLst>
            </a:prstGeom>
            <a:solidFill>
              <a:srgbClr val="2F3C7E"/>
            </a:solidFill>
            <a:ln/>
          </p:spPr>
          <p:txBody>
            <a:bodyPr/>
            <a:lstStyle/>
            <a:p>
              <a:endParaRPr lang="es-MX"/>
            </a:p>
          </p:txBody>
        </p:sp>
        <p:sp>
          <p:nvSpPr>
            <p:cNvPr id="40" name="Text 7">
              <a:extLst>
                <a:ext uri="{FF2B5EF4-FFF2-40B4-BE49-F238E27FC236}">
                  <a16:creationId xmlns:a16="http://schemas.microsoft.com/office/drawing/2014/main" id="{7057F395-1CDB-BABD-26C5-30E01E4D4931}"/>
                </a:ext>
              </a:extLst>
            </p:cNvPr>
            <p:cNvSpPr/>
            <p:nvPr/>
          </p:nvSpPr>
          <p:spPr>
            <a:xfrm>
              <a:off x="7684500" y="1126150"/>
              <a:ext cx="3538351" cy="56968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s-MX" sz="1600" i="1" noProof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“Simplificando la operación, impulsando la transformación digital”</a:t>
              </a:r>
              <a:endParaRPr lang="es-MX" sz="1600" noProof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2026-07-14T16:03:03Z</dcterms:created>
  <dcterms:modified xsi:type="dcterms:W3CDTF">2026-07-16T01:11:52Z</dcterms:modified>
</cp:coreProperties>
</file>